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63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749347-E53B-4810-9DE8-15E9F8AD8BAC}" v="33" dt="2026-06-16T10:41:30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Payne" userId="65cbdefbd3a8461e" providerId="LiveId" clId="{61186483-4891-4BF6-BFB7-FF691F9EEE94}"/>
    <pc:docChg chg="undo custSel addSld modSld sldOrd">
      <pc:chgData name="Kyle Payne" userId="65cbdefbd3a8461e" providerId="LiveId" clId="{61186483-4891-4BF6-BFB7-FF691F9EEE94}" dt="2026-06-16T10:45:45.381" v="89" actId="403"/>
      <pc:docMkLst>
        <pc:docMk/>
      </pc:docMkLst>
      <pc:sldChg chg="modSp mod">
        <pc:chgData name="Kyle Payne" userId="65cbdefbd3a8461e" providerId="LiveId" clId="{61186483-4891-4BF6-BFB7-FF691F9EEE94}" dt="2026-06-16T10:43:40" v="70" actId="2711"/>
        <pc:sldMkLst>
          <pc:docMk/>
          <pc:sldMk cId="3396241051" sldId="256"/>
        </pc:sldMkLst>
        <pc:spChg chg="mod">
          <ac:chgData name="Kyle Payne" userId="65cbdefbd3a8461e" providerId="LiveId" clId="{61186483-4891-4BF6-BFB7-FF691F9EEE94}" dt="2026-06-16T10:43:34.462" v="69" actId="2711"/>
          <ac:spMkLst>
            <pc:docMk/>
            <pc:sldMk cId="3396241051" sldId="256"/>
            <ac:spMk id="2" creationId="{5BC051D9-B534-07B2-3CFA-3937BB2D9926}"/>
          </ac:spMkLst>
        </pc:spChg>
        <pc:spChg chg="mod">
          <ac:chgData name="Kyle Payne" userId="65cbdefbd3a8461e" providerId="LiveId" clId="{61186483-4891-4BF6-BFB7-FF691F9EEE94}" dt="2026-06-16T10:43:40" v="70" actId="2711"/>
          <ac:spMkLst>
            <pc:docMk/>
            <pc:sldMk cId="3396241051" sldId="256"/>
            <ac:spMk id="3" creationId="{47ED121D-6695-39B3-DD39-A05FFD2CBBB8}"/>
          </ac:spMkLst>
        </pc:spChg>
      </pc:sldChg>
      <pc:sldChg chg="modSp new mod">
        <pc:chgData name="Kyle Payne" userId="65cbdefbd3a8461e" providerId="LiveId" clId="{61186483-4891-4BF6-BFB7-FF691F9EEE94}" dt="2026-06-16T10:43:53.735" v="72" actId="2711"/>
        <pc:sldMkLst>
          <pc:docMk/>
          <pc:sldMk cId="476921089" sldId="257"/>
        </pc:sldMkLst>
        <pc:spChg chg="mod">
          <ac:chgData name="Kyle Payne" userId="65cbdefbd3a8461e" providerId="LiveId" clId="{61186483-4891-4BF6-BFB7-FF691F9EEE94}" dt="2026-06-16T10:43:49.209" v="71" actId="2711"/>
          <ac:spMkLst>
            <pc:docMk/>
            <pc:sldMk cId="476921089" sldId="257"/>
            <ac:spMk id="2" creationId="{22367B0E-66CC-FA8D-B0FE-6008275CCC9C}"/>
          </ac:spMkLst>
        </pc:spChg>
        <pc:spChg chg="mod">
          <ac:chgData name="Kyle Payne" userId="65cbdefbd3a8461e" providerId="LiveId" clId="{61186483-4891-4BF6-BFB7-FF691F9EEE94}" dt="2026-06-16T10:43:53.735" v="72" actId="2711"/>
          <ac:spMkLst>
            <pc:docMk/>
            <pc:sldMk cId="476921089" sldId="257"/>
            <ac:spMk id="3" creationId="{9B33D9B3-816F-EF79-EEB9-A783F91C4242}"/>
          </ac:spMkLst>
        </pc:spChg>
      </pc:sldChg>
      <pc:sldChg chg="modSp new mod">
        <pc:chgData name="Kyle Payne" userId="65cbdefbd3a8461e" providerId="LiveId" clId="{61186483-4891-4BF6-BFB7-FF691F9EEE94}" dt="2026-06-16T10:44:05.003" v="74" actId="2711"/>
        <pc:sldMkLst>
          <pc:docMk/>
          <pc:sldMk cId="2230076500" sldId="258"/>
        </pc:sldMkLst>
        <pc:spChg chg="mod">
          <ac:chgData name="Kyle Payne" userId="65cbdefbd3a8461e" providerId="LiveId" clId="{61186483-4891-4BF6-BFB7-FF691F9EEE94}" dt="2026-06-16T10:44:01.671" v="73" actId="2711"/>
          <ac:spMkLst>
            <pc:docMk/>
            <pc:sldMk cId="2230076500" sldId="258"/>
            <ac:spMk id="2" creationId="{B833E9B5-558E-8ED4-B803-357C8B8DE611}"/>
          </ac:spMkLst>
        </pc:spChg>
        <pc:spChg chg="mod">
          <ac:chgData name="Kyle Payne" userId="65cbdefbd3a8461e" providerId="LiveId" clId="{61186483-4891-4BF6-BFB7-FF691F9EEE94}" dt="2026-06-16T10:44:05.003" v="74" actId="2711"/>
          <ac:spMkLst>
            <pc:docMk/>
            <pc:sldMk cId="2230076500" sldId="258"/>
            <ac:spMk id="3" creationId="{2ACA0D6F-1651-749F-85B9-8F62960C1C30}"/>
          </ac:spMkLst>
        </pc:spChg>
      </pc:sldChg>
      <pc:sldChg chg="modSp new mod">
        <pc:chgData name="Kyle Payne" userId="65cbdefbd3a8461e" providerId="LiveId" clId="{61186483-4891-4BF6-BFB7-FF691F9EEE94}" dt="2026-06-16T10:45:26.925" v="87" actId="403"/>
        <pc:sldMkLst>
          <pc:docMk/>
          <pc:sldMk cId="2360432817" sldId="259"/>
        </pc:sldMkLst>
        <pc:spChg chg="mod">
          <ac:chgData name="Kyle Payne" userId="65cbdefbd3a8461e" providerId="LiveId" clId="{61186483-4891-4BF6-BFB7-FF691F9EEE94}" dt="2026-06-16T10:44:24.366" v="78" actId="2711"/>
          <ac:spMkLst>
            <pc:docMk/>
            <pc:sldMk cId="2360432817" sldId="259"/>
            <ac:spMk id="2" creationId="{0479943A-E2E8-0B1E-873B-2E311F176900}"/>
          </ac:spMkLst>
        </pc:spChg>
        <pc:spChg chg="mod">
          <ac:chgData name="Kyle Payne" userId="65cbdefbd3a8461e" providerId="LiveId" clId="{61186483-4891-4BF6-BFB7-FF691F9EEE94}" dt="2026-06-16T10:45:26.925" v="87" actId="403"/>
          <ac:spMkLst>
            <pc:docMk/>
            <pc:sldMk cId="2360432817" sldId="259"/>
            <ac:spMk id="3" creationId="{46B9EB2A-BD60-1195-BA4A-86E78F496A59}"/>
          </ac:spMkLst>
        </pc:spChg>
      </pc:sldChg>
      <pc:sldChg chg="modSp new mod">
        <pc:chgData name="Kyle Payne" userId="65cbdefbd3a8461e" providerId="LiveId" clId="{61186483-4891-4BF6-BFB7-FF691F9EEE94}" dt="2026-06-16T10:45:40.196" v="88" actId="403"/>
        <pc:sldMkLst>
          <pc:docMk/>
          <pc:sldMk cId="4037991236" sldId="260"/>
        </pc:sldMkLst>
        <pc:spChg chg="mod">
          <ac:chgData name="Kyle Payne" userId="65cbdefbd3a8461e" providerId="LiveId" clId="{61186483-4891-4BF6-BFB7-FF691F9EEE94}" dt="2026-06-16T10:44:36.882" v="80" actId="2711"/>
          <ac:spMkLst>
            <pc:docMk/>
            <pc:sldMk cId="4037991236" sldId="260"/>
            <ac:spMk id="2" creationId="{53E4ABCA-EABA-98E7-BE34-F9D04E65F925}"/>
          </ac:spMkLst>
        </pc:spChg>
        <pc:spChg chg="mod">
          <ac:chgData name="Kyle Payne" userId="65cbdefbd3a8461e" providerId="LiveId" clId="{61186483-4891-4BF6-BFB7-FF691F9EEE94}" dt="2026-06-16T10:45:40.196" v="88" actId="403"/>
          <ac:spMkLst>
            <pc:docMk/>
            <pc:sldMk cId="4037991236" sldId="260"/>
            <ac:spMk id="3" creationId="{8C056225-D295-D45E-D4E4-BF384FB6748E}"/>
          </ac:spMkLst>
        </pc:spChg>
      </pc:sldChg>
      <pc:sldChg chg="modSp new mod">
        <pc:chgData name="Kyle Payne" userId="65cbdefbd3a8461e" providerId="LiveId" clId="{61186483-4891-4BF6-BFB7-FF691F9EEE94}" dt="2026-06-16T10:45:45.381" v="89" actId="403"/>
        <pc:sldMkLst>
          <pc:docMk/>
          <pc:sldMk cId="1658608430" sldId="261"/>
        </pc:sldMkLst>
        <pc:spChg chg="mod">
          <ac:chgData name="Kyle Payne" userId="65cbdefbd3a8461e" providerId="LiveId" clId="{61186483-4891-4BF6-BFB7-FF691F9EEE94}" dt="2026-06-16T10:44:48.126" v="82" actId="2711"/>
          <ac:spMkLst>
            <pc:docMk/>
            <pc:sldMk cId="1658608430" sldId="261"/>
            <ac:spMk id="2" creationId="{4A0550E2-2A41-F243-17D7-DC4F3BD754F1}"/>
          </ac:spMkLst>
        </pc:spChg>
        <pc:spChg chg="mod">
          <ac:chgData name="Kyle Payne" userId="65cbdefbd3a8461e" providerId="LiveId" clId="{61186483-4891-4BF6-BFB7-FF691F9EEE94}" dt="2026-06-16T10:45:45.381" v="89" actId="403"/>
          <ac:spMkLst>
            <pc:docMk/>
            <pc:sldMk cId="1658608430" sldId="261"/>
            <ac:spMk id="3" creationId="{F659F405-35FE-8B99-030F-F66E2DD49B5B}"/>
          </ac:spMkLst>
        </pc:spChg>
      </pc:sldChg>
      <pc:sldChg chg="modSp new mod ord">
        <pc:chgData name="Kyle Payne" userId="65cbdefbd3a8461e" providerId="LiveId" clId="{61186483-4891-4BF6-BFB7-FF691F9EEE94}" dt="2026-06-16T10:43:03.424" v="68" actId="2711"/>
        <pc:sldMkLst>
          <pc:docMk/>
          <pc:sldMk cId="2738058018" sldId="262"/>
        </pc:sldMkLst>
        <pc:spChg chg="mod">
          <ac:chgData name="Kyle Payne" userId="65cbdefbd3a8461e" providerId="LiveId" clId="{61186483-4891-4BF6-BFB7-FF691F9EEE94}" dt="2026-06-16T10:42:54.600" v="67" actId="2711"/>
          <ac:spMkLst>
            <pc:docMk/>
            <pc:sldMk cId="2738058018" sldId="262"/>
            <ac:spMk id="2" creationId="{C56AB98C-0B46-C662-B023-FE9F15B6AFDE}"/>
          </ac:spMkLst>
        </pc:spChg>
        <pc:spChg chg="mod">
          <ac:chgData name="Kyle Payne" userId="65cbdefbd3a8461e" providerId="LiveId" clId="{61186483-4891-4BF6-BFB7-FF691F9EEE94}" dt="2026-06-16T10:43:03.424" v="68" actId="2711"/>
          <ac:spMkLst>
            <pc:docMk/>
            <pc:sldMk cId="2738058018" sldId="262"/>
            <ac:spMk id="3" creationId="{7EF347C6-3075-43D5-8A77-420CFDE3E890}"/>
          </ac:spMkLst>
        </pc:spChg>
      </pc:sldChg>
      <pc:sldChg chg="modSp new mod ord">
        <pc:chgData name="Kyle Payne" userId="65cbdefbd3a8461e" providerId="LiveId" clId="{61186483-4891-4BF6-BFB7-FF691F9EEE94}" dt="2026-06-16T10:45:15.006" v="84" actId="403"/>
        <pc:sldMkLst>
          <pc:docMk/>
          <pc:sldMk cId="461658816" sldId="263"/>
        </pc:sldMkLst>
        <pc:spChg chg="mod">
          <ac:chgData name="Kyle Payne" userId="65cbdefbd3a8461e" providerId="LiveId" clId="{61186483-4891-4BF6-BFB7-FF691F9EEE94}" dt="2026-06-16T10:44:11.374" v="76" actId="2711"/>
          <ac:spMkLst>
            <pc:docMk/>
            <pc:sldMk cId="461658816" sldId="263"/>
            <ac:spMk id="2" creationId="{59F82170-08FE-86B4-37CA-C2EAB913E349}"/>
          </ac:spMkLst>
        </pc:spChg>
        <pc:spChg chg="mod">
          <ac:chgData name="Kyle Payne" userId="65cbdefbd3a8461e" providerId="LiveId" clId="{61186483-4891-4BF6-BFB7-FF691F9EEE94}" dt="2026-06-16T10:45:15.006" v="84" actId="403"/>
          <ac:spMkLst>
            <pc:docMk/>
            <pc:sldMk cId="461658816" sldId="263"/>
            <ac:spMk id="3" creationId="{17133FE8-EACC-9847-EBB1-C24A7A1342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DF00-2E94-65D7-4C5C-81087798C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83F67-19C0-0797-E53C-91E1E916D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D08A1-DCD0-AE8F-906F-9A94D9120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29586-F2E8-5875-7C35-8265C53E9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51111-D270-287B-3531-94EEFC09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98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2FD13-7AB7-4F53-E59C-61F5A36B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9B940-260C-D5BA-B695-B9E8EC44A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06915-A857-8836-A561-C3495F6E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1037B-EE0B-01DB-20D0-75F9FDAC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31E33-1406-F31E-539C-CEA10769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3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7962-2C68-033D-4837-1CBAFDF08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4CEAB-E65C-68BC-D33A-7BD8F1546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FA773-FCBC-26DD-B9AD-487CCCB0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6A046-E3CF-CCA9-98E1-AFAE07AD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361C6-6EF5-8803-5CB0-4B1500CC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6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CFF6-187D-91B5-FEB4-743BF05C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8BAC4-CA1A-B850-2B7A-757C977DA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572C8-A6FF-D8E2-8F2B-662F44AF3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D33A-2C00-86B1-E6B7-9A20A786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7B95A-1544-97B5-0D88-278A8306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8FA43-B04A-F99A-2C90-C17D9A40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4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0802-4C73-E47A-85D8-FB92A2E6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453DF-2F7A-A556-A91F-D5C4B145C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6D698-8C57-87A5-05D4-4A86D04ED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2EAAC-4582-39F0-99C5-A8DDACC71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C3C49-4EEC-1785-2FC8-3F920996A7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693EB-DB7F-CAD5-3CEC-77866F69F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834E0-5CDD-6096-8725-733222D92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9A273-9CC6-D7BE-96CB-2FFA8AB5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8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C6C5-0962-2232-D844-A4865642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16D21-48A3-B3B1-A24F-D32737DFD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EF7E1-DF33-16F2-4A2B-3C1BE8DD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00DC6-F570-E2EE-AC17-C87A0130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14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CD8528-D646-2F50-FB90-ECC14886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F1F1C-990E-720B-473D-5396CBEF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85D20-90AE-243E-C15C-EEDC2760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9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D73E-D2D4-023B-AB15-3CFFFA78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EFF96-7AD7-3593-34A4-5A34F6525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91728-A68C-CBB3-CCC2-DE44F1479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CE208-CB20-5534-E2DA-6535FA53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3E016-AEEA-6F0F-4AE8-EFA0C6375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D6F4F-2FF6-6EFD-2B19-F422DA3AE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3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1E90-CA96-611F-052B-C328FEB9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6F3FC-3299-74EC-A017-3727CE648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E9819-2E6B-12D4-FA5B-C8DF7777D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67E24-C168-93A3-90DF-6DF0BC5B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1A176-564F-97D6-94ED-5C35C6DB5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F2184-5A79-C436-F508-043A7D80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11CE-CD8D-B3A8-59AD-71C59F9BD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B8D41-9DE8-48BB-902B-F203A638E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4ACA1-A99A-199B-64C1-B9A3B80B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DAC7F-099C-063F-CB04-97B4743B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1929B-1CEA-4E19-702D-CA528BA5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5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ACDAA-00EA-11D2-E921-13C4000B8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5D290-F955-4690-D090-A05596432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80023-B2BF-FB50-FC5E-65F84A4F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B7E53-7BB2-3572-CAE2-7781F279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AE417-A94F-BE40-6A51-1369E72D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5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98485-FCA3-AF21-EB2B-ED7A407DF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F0164-F1B1-98D3-8BB4-ECEA40EC4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7A325-C532-6614-C36E-59D98F268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5B916-F52E-43FD-B1DB-04403F47E03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D2B62-57B5-476A-B273-BA72E6FD2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4F380-711D-E8E1-8837-2F3A09AF9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4EA6F-A78F-4DFE-B583-A7CFE171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6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51D9-B534-07B2-3CFA-3937BB2D9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Scrum-Agile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D121D-6695-39B3-DD39-A05FFD2CB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CS-250 Final Project Presentation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Kyle Payne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24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B98C-0B46-C662-B023-FE9F15B6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Scrum-Agile Team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347C6-3075-43D5-8A77-420CFDE3E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Owner: Prioritizes work and customer needs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Master: Supports the team and removes obstacles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Developers: Build and improve the product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Testers: Verify requirements and identify issues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roles work together to deliver value</a:t>
            </a:r>
          </a:p>
        </p:txBody>
      </p:sp>
    </p:spTree>
    <p:extLst>
      <p:ext uri="{BB962C8B-B14F-4D97-AF65-F5344CB8AC3E}">
        <p14:creationId xmlns:p14="http://schemas.microsoft.com/office/powerpoint/2010/main" val="273805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7B0E-66CC-FA8D-B0FE-6008275C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SDLC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3D9B3-816F-EF79-EEB9-A783F91C4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Planning: Create and prioritize user stories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Discuss requirements and solutions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 Build features during sprints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Verify functionality and quality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and Retrospective: Gather feedback and improve</a:t>
            </a:r>
          </a:p>
        </p:txBody>
      </p:sp>
    </p:spTree>
    <p:extLst>
      <p:ext uri="{BB962C8B-B14F-4D97-AF65-F5344CB8AC3E}">
        <p14:creationId xmlns:p14="http://schemas.microsoft.com/office/powerpoint/2010/main" val="476921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E9B5-558E-8ED4-B803-357C8B8D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vs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A0D6F-1651-749F-85B9-8F62960C1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Waterfall: Sequential phases and fixed requirements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Agile: Iterative development and continuous feedback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Waterfall: Changes are harder later in the project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Agile: Changes can be incorporated throughout development</a:t>
            </a:r>
          </a:p>
        </p:txBody>
      </p:sp>
    </p:spTree>
    <p:extLst>
      <p:ext uri="{BB962C8B-B14F-4D97-AF65-F5344CB8AC3E}">
        <p14:creationId xmlns:p14="http://schemas.microsoft.com/office/powerpoint/2010/main" val="2230076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2170-08FE-86B4-37CA-C2EAB913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SNHU Travel Project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33FE8-EACC-9847-EBB1-C24A7A134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allowed priorities to change when new information became available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was gathered throughout development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occurred continuously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would have delayed feedback until later phases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5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943A-E2E8-0B1E-873B-2E311F17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9EB2A-BD60-1195-BA4A-86E78F496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Agile when requirements may change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Agile when customer feedback is important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Waterfall when requirements are stable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risk, flexibility, and project goals</a:t>
            </a:r>
          </a:p>
        </p:txBody>
      </p:sp>
    </p:spTree>
    <p:extLst>
      <p:ext uri="{BB962C8B-B14F-4D97-AF65-F5344CB8AC3E}">
        <p14:creationId xmlns:p14="http://schemas.microsoft.com/office/powerpoint/2010/main" val="236043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ABCA-EABA-98E7-BE34-F9D04E65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ChadaTech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56225-D295-D45E-D4E4-BF384FB67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was the biggest factor in project success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events improved collaboration and transparency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helped the team adapt to change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Continue expanding Scrum-Agile practices</a:t>
            </a:r>
          </a:p>
        </p:txBody>
      </p:sp>
    </p:spTree>
    <p:extLst>
      <p:ext uri="{BB962C8B-B14F-4D97-AF65-F5344CB8AC3E}">
        <p14:creationId xmlns:p14="http://schemas.microsoft.com/office/powerpoint/2010/main" val="4037991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50E2-2A41-F243-17D7-DC4F3BD7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9F405-35FE-8B99-030F-F66E2DD49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Atlassian. (2024). What is Jira software?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Atlassian. (2025). Agile project management.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IBM. (2024). What is Agile methodology?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Institute. (2024). Agile practice guide.</a:t>
            </a:r>
          </a:p>
        </p:txBody>
      </p:sp>
    </p:spTree>
    <p:extLst>
      <p:ext uri="{BB962C8B-B14F-4D97-AF65-F5344CB8AC3E}">
        <p14:creationId xmlns:p14="http://schemas.microsoft.com/office/powerpoint/2010/main" val="1658608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251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Scrum-Agile Overview</vt:lpstr>
      <vt:lpstr>Scrum-Agile Team Roles</vt:lpstr>
      <vt:lpstr>Agile SDLC Phases</vt:lpstr>
      <vt:lpstr>Waterfall vs Agile</vt:lpstr>
      <vt:lpstr>SNHU Travel Project Example</vt:lpstr>
      <vt:lpstr>Choosing the Right Approach</vt:lpstr>
      <vt:lpstr>Recommendation to ChadaTech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Payne</dc:creator>
  <cp:lastModifiedBy>Kyle Payne</cp:lastModifiedBy>
  <cp:revision>1</cp:revision>
  <dcterms:created xsi:type="dcterms:W3CDTF">2026-06-14T14:17:33Z</dcterms:created>
  <dcterms:modified xsi:type="dcterms:W3CDTF">2026-06-16T10:45:52Z</dcterms:modified>
</cp:coreProperties>
</file>